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29920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2009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SyncBoard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174879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 → Tickets in 60 Seconds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49133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Technical Summary | Phase 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114675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Hussnain (22I-1102) • Sohaib (22I-0879) • Hamdan Sajid (22I-0872) • Atif Ibrahim (22I-1249)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617187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FAST-NUCES | AIPD Spring 2026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We Built vs. What We Didn't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384048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What We Built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3657600" cy="206393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upload &amp; processing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Whisper API transcription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Groq (llama-3.3-70b) action extraction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story generation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Deadline parsing (natural → ISO)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UI with edit capability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Trello card creation API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user flow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Speaker diarization (AssemblyAI)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931920" cy="384048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937760" y="1097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Intentionally Not Built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937760" y="1645920"/>
            <a:ext cx="3657600" cy="19431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processing (batch is fine)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Multi-platform integrations (Jira, Linear)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ML models (APIs sufficient)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authentication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Billing / payment system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apps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1371600" cy="10972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🎙️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103120" y="15544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377440" y="1234440"/>
            <a:ext cx="1371600" cy="109728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377440" y="13258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377440" y="17373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Whisper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749040" y="15544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4023360" y="1234440"/>
            <a:ext cx="1371600" cy="109728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023360" y="13258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🧠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023360" y="17373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94960" y="15544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5669280" y="1234440"/>
            <a:ext cx="1371600" cy="10972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669280" y="13258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👁️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669280" y="17373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040880" y="15544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7315200" y="1234440"/>
            <a:ext cx="1371600" cy="109728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315200" y="13258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315200" y="17373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Trello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2606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16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9463450"/>
              </p:ext>
            </p:extLst>
          </p:nvPr>
        </p:nvGraphicFramePr>
        <p:xfrm>
          <a:off x="457200" y="3056709"/>
          <a:ext cx="8229600" cy="181356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Component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Technology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Cost/Meeting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Transcription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OpenAI Whisper API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$0.36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Analysis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Groq (llama-3.3-70b)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$0.00 (free)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Speaker ID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AssemblyAI (optional)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$0.90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Frontend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React 18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Backend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Node.js/Express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Automation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n8n (optional)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Technical Decisions &amp; Trade-offs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93776" y="1012371"/>
            <a:ext cx="3931920" cy="18288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999308"/>
            <a:ext cx="73152" cy="18288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GPT-4o-mini over Fine-tuning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Prompting achieves 87-91% accuracy. Fine-tuning would delay MVP by 4-6 weeks with marginal improvement.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↔ Higher per-request cost, but faster iteration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754880" y="999308"/>
            <a:ext cx="3931920" cy="18288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54880" y="999308"/>
            <a:ext cx="73152" cy="18288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3776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Processing over Real-time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37160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research showed post-meeting processing is acceptable. Real-time adds complexity without value.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37760" y="2286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↔ 60-second delay acceptable for 10x simpler architecture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3931920" cy="18288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73152" cy="18288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3108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UI as Mandatory Step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347472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barrier research: users need to verify AI output. Skipping review drops adoption.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4389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↔ Adds 1-3 minutes to flow, but increases completion by 40%+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54880" y="3017520"/>
            <a:ext cx="3931920" cy="18288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754880" y="3017520"/>
            <a:ext cx="73152" cy="18288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37760" y="3108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Trello-Only Integration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37760" y="347472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 of target segment uses Trello. Adding Jira/Linear increases scope 3x with diminishing returns.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37760" y="4389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↔ Smaller addressable market, but faster to validate core value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Known Limitations &amp; MVP Assumptions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14549"/>
            <a:ext cx="3931920" cy="1907177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18001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Known Limitations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65735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Accuracy: 87-91% (target: 95%)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 only (no i18n)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2-hour recordings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integration (Trello only)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931920" cy="1907177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937760" y="118436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🧪 Assumptions Being Tested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37760" y="1567543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trust AI-generated tickets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step is fast enough to add value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 accuracy is acceptable threshold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60-second processing is fast enough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saved &gt; review time spent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12637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Success Metrics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3232643"/>
              </p:ext>
            </p:extLst>
          </p:nvPr>
        </p:nvGraphicFramePr>
        <p:xfrm>
          <a:off x="457200" y="3677739"/>
          <a:ext cx="8229600" cy="12192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 It Matters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Ticket Accuracy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95%+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Below this, users abandon automation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Edit Rate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&lt;20%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Measures if AI output is production-ready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Flow Completion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&gt;80%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 users finishing the full workflow?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 to Tickets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&lt;60s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 proposition depends on speed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439</Words>
  <Application>Microsoft Office PowerPoint</Application>
  <PresentationFormat>On-screen Show (16:9)</PresentationFormat>
  <Paragraphs>111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SyncBoard MVP - Technical Summary</dc:title>
  <dc:subject>PptxGenJS Presentation</dc:subject>
  <dc:creator>SyncBoard Team</dc:creator>
  <cp:lastModifiedBy>Taha Ahmed Siddiqui</cp:lastModifiedBy>
  <cp:revision>3</cp:revision>
  <dcterms:created xsi:type="dcterms:W3CDTF">2026-04-02T10:33:31Z</dcterms:created>
  <dcterms:modified xsi:type="dcterms:W3CDTF">2026-04-04T14:45:46Z</dcterms:modified>
</cp:coreProperties>
</file>