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9920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2009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SyncBoard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4879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→ Tickets in 60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4913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Technical Summary | Phase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11467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Hussnain (22I-1102) • Sohaib (22I-0879) • Hamdan Sajid (22I-0872) • Atif Ibrahim (22I-1249)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17187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FAST-NUCES | AIPD Spring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 vs. What We Didn't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840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What We Built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0" cy="20639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upload &amp; processing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 API transcription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(llama-3.3-70b) action extraction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story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parsing (natural → ISO)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UI with edit capability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 card creation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user 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 diarization (AssemblyAI)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Intentionally Not Built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657600" cy="19431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processing (batch is fine)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 integrations (Jira, Linear)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ML models (APIs sufficient)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authentication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/ payment 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371600" cy="10972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🎙️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0312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377440" y="1234440"/>
            <a:ext cx="1371600" cy="10972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744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37744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4904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023360" y="1234440"/>
            <a:ext cx="1371600" cy="10972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02336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02336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9496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669280" y="1234440"/>
            <a:ext cx="1371600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👁️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6928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0" y="1234440"/>
            <a:ext cx="1371600" cy="10972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1520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2606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463450"/>
              </p:ext>
            </p:extLst>
          </p:nvPr>
        </p:nvGraphicFramePr>
        <p:xfrm>
          <a:off x="457200" y="3056709"/>
          <a:ext cx="8229600" cy="18135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Cost/Meeting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Whisper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Groq (llama-3.3-70b)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$0.00 (free)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Speaker 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AssemblyAI (optional)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 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Node.js/Express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n8n (optional)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Technical Decisions &amp; Trade-offs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93776" y="1012371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99308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LLM over Fine-tuning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achieves 87-91% accuracy. Fine-tuning would delay MVP by 4-6 weeks with marginal improvement.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Free tier (Groq), fast iteration without fine-tuning cost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999308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999308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Processing over Real-time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research showed post-meeting processing is acceptable. Real-time adds complexity without value.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60-second delay acceptable for 10x simpler architecture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UI as Mandatory Step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barrier research: users need to verify AI output. Skipping review drops adoption.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Adds 1-3 minutes to flow, but increases completion by 40%+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301752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301752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Trello-Only Integration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34747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target segment uses Trello. Adding Jira/Linear increases scope 3x with diminishing returns.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Smaller addressable market, but faster to validate core value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Known Limitations &amp; MVP Assumptions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14549"/>
            <a:ext cx="3931920" cy="1907177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800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Known Limitations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5735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Accuracy: 87-91% (target: 95%)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only (no i18n)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2-hour recordings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integration (Trello only)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1907177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0" y="118436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Assumptions Being Tested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567543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trust AI-generated tickets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step is fast enough to add value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accuracy is acceptable threshold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60-second processing is fast enough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&gt; review time spent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12637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Success Metrics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232643"/>
              </p:ext>
            </p:extLst>
          </p:nvPr>
        </p:nvGraphicFramePr>
        <p:xfrm>
          <a:off x="457200" y="3677739"/>
          <a:ext cx="8229600" cy="1219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Accuracy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this, users abandon automation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 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&lt;20%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Measures if AI output is production-ready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Flow Completion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users finishing the full workflow?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Tickets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&lt;60s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proposition depends on speed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443</Words>
  <Application>Microsoft Office PowerPoint</Application>
  <PresentationFormat>On-screen Show (16:9)</PresentationFormat>
  <Paragraphs>111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SyncBoard MVP - Technical Summary</dc:title>
  <dc:subject>PptxGenJS Presentation</dc:subject>
  <dc:creator>SyncBoard Team</dc:creator>
  <cp:lastModifiedBy>Taha Ahmed Siddiqui</cp:lastModifiedBy>
  <cp:revision>3</cp:revision>
  <dcterms:created xsi:type="dcterms:W3CDTF">2026-04-02T10:33:31Z</dcterms:created>
  <dcterms:modified xsi:type="dcterms:W3CDTF">2026-04-04T15:05:07Z</dcterms:modified>
</cp:coreProperties>
</file>